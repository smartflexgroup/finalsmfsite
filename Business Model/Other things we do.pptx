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571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A9FF-87A5-10BB-4E9B-10ED8BCD1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66925-8204-1804-A8A4-D0FCDE1FB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233A3-9894-6F3A-AA33-75A82B07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59359-172F-55D0-6A6C-789F9513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957-D43E-C05E-6651-B69CC4F0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1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1A43-FE43-F82A-6099-BD3F59D6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47FC-AE23-E194-5D52-AAEAA56A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5C412-18AF-0E0C-D362-FB9F7F28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270C-0907-DE03-63C2-8A84F858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A5C0D-D68B-260E-D5F4-606DBFEA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1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55E6-BCA3-281B-FB79-DF777520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76752-35C1-BB18-C51F-FC6D5DEC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FCE7-636D-BD78-F690-D7EBD200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7F99-BC0F-CDF1-CFAF-69F747EA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EF1E8-7A6D-FB98-3EAE-A9EAB111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2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7DC1-7842-97FE-8B52-4E12D5F7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82C05-8562-F733-AA17-DC9B5528C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6573D-C921-4463-806D-AF80CC24F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9EE1F-FE0D-1CAB-BA11-945E2BB7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4B890-1284-B091-D554-9338ACCF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98C3-CF6A-7B38-D177-7AD6B7D1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9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5E24-0792-DBAA-B5AB-929B769F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CA6E-6398-5412-8C19-9122FD620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B4C65-6B1C-8B02-25A1-2D66EC9F9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E58CE-80D9-1172-44A6-CB5CF11E9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7F5F1-5CE1-B2D1-4534-6FB11B853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7D890-DCED-6D15-C392-C2BE9963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6025A-5834-6E0D-8F4D-A2EDFD4C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03D8A-8211-DCC3-3DD2-BBC65FCF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2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F825-8731-B829-49A4-F6F0FC59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E55C6-42E5-DA8F-83B5-974F2B93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512D1-9971-73F4-A145-56F6E28F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B35B3-C598-B4AE-4A56-26ED8EAC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5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BDA90-9C4A-28CA-CE4A-9A2DAEAD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64F4F-48E3-DD78-CC4F-507F7847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79E10-9A29-376F-B7F1-10255983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6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7BF6-35BF-EC8A-9855-50B03D4E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AD11-6CF6-88D6-8902-8586F2B8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784C-BBDF-0AFE-6500-6902BCAEE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B389D-3864-30FC-9C2A-58FE4B90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91420-601A-E8A9-005B-258610C4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7943A-FFC2-98E8-C4E2-AFE09D92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9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5385-0294-500B-7A66-837FA84DD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3B378-B51C-B9A2-DC89-5C2E5DDC9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76242-52A2-FAEF-FA6D-178E6F800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B76B2-18C8-7C98-5730-B6BFD6E5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6CEEB-A474-BEAA-18A6-5189F59A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3BEF0-24FA-27AB-C43B-D3EDFCBB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2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8D0E-5410-D351-163B-86238B0B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99368-7AF9-5FE2-B68E-7D8DEA395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B341-401F-DFD5-E00B-0074D77F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13D3-C721-19A1-95B9-37EAA5DEF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98AC7-5EC5-C6E7-B770-5BC66391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1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44F93-9BE2-CDC7-94A9-311984BEC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051E0-565F-CB0C-B373-FC7F757F2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828C1-1B8A-48C9-99B1-9B0F15CF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F7A76-0D9A-44C3-1655-98DB3061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1FA94-9E83-5718-F8CC-561703D6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1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94083-6D58-4D4F-200B-AD48AA5A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3011C-0FEE-CF49-E121-826753227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02DD9-017A-9504-184B-29E6DB906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9906D-1499-43DD-9DAF-F554CDBC896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D39F6-23F8-8D37-C74C-D54CEDE76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22B3-C89F-6116-B0AA-5B6A7FD5E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A755E-C51A-4BA7-8982-465042CA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2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E002E4-BDFD-9DD8-69CF-84C86907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970"/>
            <a:ext cx="12192000" cy="591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3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0693-4751-1D68-FC95-60BB6097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CF0E8D-3B53-7464-BC87-A375B27D5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4" y="158839"/>
            <a:ext cx="5550185" cy="33021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A523CD-D7E8-5390-C23E-C90C71009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320" y="0"/>
            <a:ext cx="5311600" cy="683573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638349-70A2-FE87-63BD-4D02ACCE5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2" y="3461009"/>
            <a:ext cx="4175958" cy="352623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C9542D-E813-F085-E3A4-B8DAD4CDD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818" y="3563313"/>
            <a:ext cx="4330923" cy="42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7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Eldridge</dc:creator>
  <cp:lastModifiedBy>David Eldridge</cp:lastModifiedBy>
  <cp:revision>1</cp:revision>
  <dcterms:created xsi:type="dcterms:W3CDTF">2025-12-19T19:53:15Z</dcterms:created>
  <dcterms:modified xsi:type="dcterms:W3CDTF">2025-12-22T18:39:27Z</dcterms:modified>
</cp:coreProperties>
</file>